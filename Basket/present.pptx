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9" r:id="rId2"/>
    <p:sldId id="332" r:id="rId3"/>
    <p:sldId id="309" r:id="rId4"/>
    <p:sldId id="330" r:id="rId5"/>
    <p:sldId id="333" r:id="rId6"/>
    <p:sldId id="331" r:id="rId7"/>
    <p:sldId id="329" r:id="rId8"/>
    <p:sldId id="334" r:id="rId9"/>
    <p:sldId id="336" r:id="rId10"/>
    <p:sldId id="335" r:id="rId11"/>
    <p:sldId id="284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 Windows" initials="ПW" lastIdx="1" clrIdx="0">
    <p:extLst>
      <p:ext uri="{19B8F6BF-5375-455C-9EA6-DF929625EA0E}">
        <p15:presenceInfo xmlns:p15="http://schemas.microsoft.com/office/powerpoint/2012/main" userId="Пользователь Window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6077"/>
    <a:srgbClr val="0A5C79"/>
    <a:srgbClr val="004861"/>
    <a:srgbClr val="28659C"/>
    <a:srgbClr val="1E3A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203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B2677-FD32-4329-8DC8-2A0CDE2B01F2}" type="datetimeFigureOut">
              <a:rPr lang="LID4096" smtClean="0"/>
              <a:t>12/14/2023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630748-00DF-43B7-A3D2-E4ACE1BEDB4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32459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6EFB5-00D4-44E1-9693-8729ABA080C9}" type="datetime1">
              <a:rPr lang="ru-RU" smtClean="0"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1E191-9CFF-4948-A5F7-53638F391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7230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B0B86-527D-4F56-8544-DF79234EAC64}" type="datetime1">
              <a:rPr lang="ru-RU" smtClean="0"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1E191-9CFF-4948-A5F7-53638F391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9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EC180-90B3-4F83-B47E-8A914AE35D21}" type="datetime1">
              <a:rPr lang="ru-RU" smtClean="0"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1E191-9CFF-4948-A5F7-53638F391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431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7EECE-300A-41F7-A5F9-06F024B56664}" type="datetime1">
              <a:rPr lang="ru-RU" smtClean="0"/>
              <a:t>14.12.2023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1E191-9CFF-4948-A5F7-53638F391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6055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97B9E-4DB8-4526-8B19-11FE47D1FDC3}" type="datetime1">
              <a:rPr lang="ru-RU" smtClean="0"/>
              <a:t>14.12.2023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1E191-9CFF-4948-A5F7-53638F391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5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697AE-EDED-4B90-8855-A58F2919CB52}" type="datetime1">
              <a:rPr lang="ru-RU" smtClean="0"/>
              <a:t>14.12.2023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1E191-9CFF-4948-A5F7-53638F391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750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0E725-A3F4-4150-8AD7-A1D388A851D0}" type="datetime1">
              <a:rPr lang="ru-RU" smtClean="0"/>
              <a:t>14.12.2023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1E191-9CFF-4948-A5F7-53638F391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950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E7CDE-12A1-4969-9B31-70CF2511E620}" type="datetime1">
              <a:rPr lang="ru-RU" smtClean="0"/>
              <a:t>14.12.2023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1E191-9CFF-4948-A5F7-53638F391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636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FDCE9-8EC5-4964-B944-84A3EAD9C71E}" type="datetime1">
              <a:rPr lang="ru-RU" smtClean="0"/>
              <a:t>14.12.2023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1E191-9CFF-4948-A5F7-53638F391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4420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DE9B5-B970-4D41-B829-447DFEDF8ED5}" type="datetime1">
              <a:rPr lang="ru-RU" smtClean="0"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1E191-9CFF-4948-A5F7-53638F391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2679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80770-205D-4B81-9298-0D3EA7E166B9}" type="datetime1">
              <a:rPr lang="ru-RU" smtClean="0"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71E191-9CFF-4948-A5F7-53638F391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282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F5EA1-B723-4F01-93FC-3765EBF6C5E9}" type="datetime1">
              <a:rPr lang="ru-RU" smtClean="0"/>
              <a:t>14.12.2023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71E191-9CFF-4948-A5F7-53638F3910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134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7950200" y="93056"/>
            <a:ext cx="3984625" cy="1157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5" y="2098728"/>
            <a:ext cx="1212985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None/>
            </a:pPr>
            <a:r>
              <a:rPr lang="ru-RU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Система </a:t>
            </a:r>
            <a:r>
              <a:rPr lang="ru-RU" altLang="ru-RU" sz="3600" b="1" dirty="0" err="1">
                <a:solidFill>
                  <a:schemeClr val="bg1"/>
                </a:solidFill>
                <a:latin typeface="Arial" panose="020B0604020202020204" pitchFamily="34" charset="0"/>
              </a:rPr>
              <a:t>автоматизованої</a:t>
            </a:r>
            <a:r>
              <a:rPr lang="ru-RU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3600" b="1" dirty="0" err="1">
                <a:solidFill>
                  <a:schemeClr val="bg1"/>
                </a:solidFill>
                <a:latin typeface="Arial" panose="020B0604020202020204" pitchFamily="34" charset="0"/>
              </a:rPr>
              <a:t>перевірки</a:t>
            </a:r>
            <a:r>
              <a:rPr lang="ru-RU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3600" b="1" dirty="0" err="1">
                <a:solidFill>
                  <a:schemeClr val="bg1"/>
                </a:solidFill>
                <a:latin typeface="Arial" panose="020B0604020202020204" pitchFamily="34" charset="0"/>
              </a:rPr>
              <a:t>розв’язків</a:t>
            </a:r>
            <a:r>
              <a:rPr lang="ru-RU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3600" b="1" dirty="0" err="1">
                <a:solidFill>
                  <a:schemeClr val="bg1"/>
                </a:solidFill>
                <a:latin typeface="Arial" panose="020B0604020202020204" pitchFamily="34" charset="0"/>
              </a:rPr>
              <a:t>олімпіадних</a:t>
            </a:r>
            <a:r>
              <a:rPr lang="ru-RU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 задач з </a:t>
            </a:r>
            <a:r>
              <a:rPr lang="ru-RU" altLang="ru-RU" sz="3600" b="1" dirty="0" err="1">
                <a:solidFill>
                  <a:schemeClr val="bg1"/>
                </a:solidFill>
                <a:latin typeface="Arial" panose="020B0604020202020204" pitchFamily="34" charset="0"/>
              </a:rPr>
              <a:t>програмування</a:t>
            </a:r>
            <a:endParaRPr lang="ru-RU" altLang="ru-RU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None/>
            </a:pPr>
            <a:endParaRPr lang="ru-RU" altLang="ru-RU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ctr">
              <a:spcBef>
                <a:spcPct val="0"/>
              </a:spcBef>
              <a:buClrTx/>
              <a:buNone/>
            </a:pPr>
            <a:r>
              <a:rPr lang="ru-RU" altLang="ru-RU" sz="2000" b="1" dirty="0" err="1">
                <a:solidFill>
                  <a:schemeClr val="bg1"/>
                </a:solidFill>
                <a:latin typeface="Arial" panose="020B0604020202020204" pitchFamily="34" charset="0"/>
              </a:rPr>
              <a:t>Виконав</a:t>
            </a:r>
            <a:r>
              <a:rPr lang="ru-RU" altLang="ru-RU" sz="2000" b="1" dirty="0">
                <a:solidFill>
                  <a:schemeClr val="bg1"/>
                </a:solidFill>
                <a:latin typeface="Arial" panose="020B0604020202020204" pitchFamily="34" charset="0"/>
              </a:rPr>
              <a:t>: студент </a:t>
            </a:r>
            <a:r>
              <a:rPr lang="ru-RU" altLang="ru-RU" sz="2000" b="1" dirty="0" err="1">
                <a:solidFill>
                  <a:schemeClr val="bg1"/>
                </a:solidFill>
                <a:latin typeface="Arial" panose="020B0604020202020204" pitchFamily="34" charset="0"/>
              </a:rPr>
              <a:t>групи</a:t>
            </a:r>
            <a:r>
              <a:rPr lang="ru-RU" altLang="ru-RU" sz="2000" b="1" dirty="0">
                <a:solidFill>
                  <a:schemeClr val="bg1"/>
                </a:solidFill>
                <a:latin typeface="Arial" panose="020B0604020202020204" pitchFamily="34" charset="0"/>
              </a:rPr>
              <a:t> КІ-61м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ru-RU" altLang="ru-RU" sz="20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 b="1" dirty="0" err="1">
                <a:solidFill>
                  <a:schemeClr val="bg1"/>
                </a:solidFill>
                <a:latin typeface="Arial" panose="020B0604020202020204" pitchFamily="34" charset="0"/>
              </a:rPr>
              <a:t>Міхневич</a:t>
            </a:r>
            <a:r>
              <a:rPr lang="ru-RU" altLang="ru-RU" sz="2000" b="1" dirty="0">
                <a:solidFill>
                  <a:schemeClr val="bg1"/>
                </a:solidFill>
                <a:latin typeface="Arial" panose="020B0604020202020204" pitchFamily="34" charset="0"/>
              </a:rPr>
              <a:t> А.М.</a:t>
            </a:r>
          </a:p>
          <a:p>
            <a:pPr algn="ctr">
              <a:spcBef>
                <a:spcPct val="0"/>
              </a:spcBef>
              <a:buClrTx/>
              <a:buNone/>
            </a:pPr>
            <a:r>
              <a:rPr lang="ru-RU" altLang="ru-RU" sz="2000" b="1" dirty="0" err="1">
                <a:solidFill>
                  <a:schemeClr val="bg1"/>
                </a:solidFill>
                <a:latin typeface="Arial" panose="020B0604020202020204" pitchFamily="34" charset="0"/>
              </a:rPr>
              <a:t>Науковий</a:t>
            </a:r>
            <a:r>
              <a:rPr lang="ru-RU" altLang="ru-RU" sz="2000" b="1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ru-RU" altLang="ru-RU" sz="2000" b="1" dirty="0" err="1">
                <a:solidFill>
                  <a:schemeClr val="bg1"/>
                </a:solidFill>
                <a:latin typeface="Arial" panose="020B0604020202020204" pitchFamily="34" charset="0"/>
              </a:rPr>
              <a:t>керівник</a:t>
            </a:r>
            <a:r>
              <a:rPr lang="ru-RU" altLang="ru-RU" sz="2000" b="1" dirty="0">
                <a:solidFill>
                  <a:schemeClr val="bg1"/>
                </a:solidFill>
                <a:latin typeface="Arial" panose="020B0604020202020204" pitchFamily="34" charset="0"/>
              </a:rPr>
              <a:t>: </a:t>
            </a:r>
            <a:r>
              <a:rPr lang="ru-RU" altLang="ru-RU" sz="2000" b="1" dirty="0" err="1">
                <a:solidFill>
                  <a:schemeClr val="bg1"/>
                </a:solidFill>
                <a:latin typeface="Arial" panose="020B0604020202020204" pitchFamily="34" charset="0"/>
              </a:rPr>
              <a:t>Бойчура</a:t>
            </a:r>
            <a:r>
              <a:rPr lang="ru-RU" altLang="ru-RU" sz="2000" b="1" dirty="0">
                <a:solidFill>
                  <a:schemeClr val="bg1"/>
                </a:solidFill>
                <a:latin typeface="Arial" panose="020B0604020202020204" pitchFamily="34" charset="0"/>
              </a:rPr>
              <a:t> М.В.</a:t>
            </a: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EF83E8FF-50BB-4E0C-91C4-141079670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3118" y="6207954"/>
            <a:ext cx="148790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uk-UA" altLang="ru-RU" dirty="0">
                <a:solidFill>
                  <a:schemeClr val="bg1"/>
                </a:solidFill>
                <a:latin typeface="Arial" panose="020B0604020202020204" pitchFamily="34" charset="0"/>
              </a:rPr>
              <a:t>Рівне - 2023</a:t>
            </a:r>
            <a:endParaRPr lang="ru-RU" altLang="ru-RU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200" y="93056"/>
            <a:ext cx="1848443" cy="1157125"/>
          </a:xfrm>
          <a:prstGeom prst="rect">
            <a:avLst/>
          </a:prstGeom>
        </p:spPr>
      </p:pic>
      <p:sp>
        <p:nvSpPr>
          <p:cNvPr id="9" name="Text Box 8">
            <a:extLst>
              <a:ext uri="{FF2B5EF4-FFF2-40B4-BE49-F238E27FC236}">
                <a16:creationId xmlns:a16="http://schemas.microsoft.com/office/drawing/2014/main" id="{EF83E8FF-50BB-4E0C-91C4-1410796705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8643" y="205493"/>
            <a:ext cx="213618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uk-UA" altLang="ru-RU" b="1" dirty="0">
                <a:solidFill>
                  <a:srgbClr val="146077"/>
                </a:solidFill>
                <a:latin typeface="Arial" panose="020B0604020202020204" pitchFamily="34" charset="0"/>
              </a:rPr>
              <a:t>Кафедра обчислювальної техніки</a:t>
            </a:r>
            <a:endParaRPr lang="ru-RU" altLang="ru-RU" b="1" dirty="0">
              <a:solidFill>
                <a:srgbClr val="14607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594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BF3998-EE6D-418E-8521-C51BE834D163}"/>
              </a:ext>
            </a:extLst>
          </p:cNvPr>
          <p:cNvSpPr/>
          <p:nvPr/>
        </p:nvSpPr>
        <p:spPr>
          <a:xfrm>
            <a:off x="11746846" y="6310438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5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496" y="128268"/>
            <a:ext cx="84848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None/>
            </a:pPr>
            <a:r>
              <a:rPr lang="uk-UA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Можливості ПЗ:</a:t>
            </a:r>
            <a:endParaRPr lang="uk-UA" altLang="ru-RU" sz="3600" b="1" i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277CD24-6D59-4032-AC10-99067B3A9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728" y="2678452"/>
            <a:ext cx="992054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spcBef>
                <a:spcPts val="600"/>
              </a:spcBef>
              <a:buClrTx/>
            </a:pP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Масовий</a:t>
            </a: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аналіз</a:t>
            </a: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кодів</a:t>
            </a: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на </a:t>
            </a: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різних</a:t>
            </a: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вхідних</a:t>
            </a: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значеннях</a:t>
            </a:r>
            <a:endParaRPr lang="ru-RU" b="1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  <a:buClrTx/>
            </a:pP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Аналіз</a:t>
            </a: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на стиль коду, </a:t>
            </a: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зрозумілість</a:t>
            </a: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змін</a:t>
            </a: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від</a:t>
            </a: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ШІ</a:t>
            </a:r>
          </a:p>
          <a:p>
            <a:pPr algn="just">
              <a:spcBef>
                <a:spcPts val="600"/>
              </a:spcBef>
              <a:buClrTx/>
            </a:pP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Категорізація</a:t>
            </a: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помилок</a:t>
            </a: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і </a:t>
            </a: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невірних</a:t>
            </a:r>
            <a:r>
              <a:rPr lang="ru-RU" b="1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b="1" u="sng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результатів</a:t>
            </a:r>
            <a:endParaRPr lang="uk-UA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354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BF3998-EE6D-418E-8521-C51BE834D163}"/>
              </a:ext>
            </a:extLst>
          </p:cNvPr>
          <p:cNvSpPr/>
          <p:nvPr/>
        </p:nvSpPr>
        <p:spPr>
          <a:xfrm>
            <a:off x="11746846" y="6310438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2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756" y="2913304"/>
            <a:ext cx="11916290" cy="1985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spcBef>
                <a:spcPts val="600"/>
              </a:spcBef>
              <a:buClrTx/>
            </a:pP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Метою даного дослідження є розробка та впровадження системи автоматизованої перевірки </a:t>
            </a:r>
            <a:r>
              <a:rPr lang="uk-UA" altLang="uk-UA" dirty="0" err="1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розв’язків</a:t>
            </a: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uk-UA" altLang="uk-UA" dirty="0" err="1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олімпіадних</a:t>
            </a: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задач з програмування. </a:t>
            </a:r>
          </a:p>
          <a:p>
            <a:pPr algn="just">
              <a:spcBef>
                <a:spcPts val="600"/>
              </a:spcBef>
              <a:buClrTx/>
            </a:pP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Об’єктом дослідження є програмні системи для проведення олімпіад.</a:t>
            </a:r>
          </a:p>
          <a:p>
            <a:pPr algn="just">
              <a:spcBef>
                <a:spcPts val="600"/>
              </a:spcBef>
              <a:buClrTx/>
            </a:pP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Предметом дослідження є системи автоматизованої перевірки </a:t>
            </a:r>
            <a:r>
              <a:rPr lang="uk-UA" altLang="uk-UA" dirty="0" err="1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розв’язків</a:t>
            </a: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uk-UA" altLang="uk-UA" dirty="0" err="1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олімпіадних</a:t>
            </a: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задач з програмування.</a:t>
            </a:r>
          </a:p>
          <a:p>
            <a:pPr algn="just">
              <a:spcBef>
                <a:spcPts val="600"/>
              </a:spcBef>
              <a:buClrTx/>
            </a:pPr>
            <a:endParaRPr lang="uk-UA" altLang="uk-UA" dirty="0">
              <a:solidFill>
                <a:schemeClr val="bg1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496" y="128268"/>
            <a:ext cx="84848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None/>
            </a:pPr>
            <a:r>
              <a:rPr lang="uk-UA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Вступ</a:t>
            </a:r>
            <a:endParaRPr lang="uk-UA" altLang="ru-RU" sz="3600" b="1" i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799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BF3998-EE6D-418E-8521-C51BE834D163}"/>
              </a:ext>
            </a:extLst>
          </p:cNvPr>
          <p:cNvSpPr/>
          <p:nvPr/>
        </p:nvSpPr>
        <p:spPr>
          <a:xfrm>
            <a:off x="11746846" y="6310438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3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496" y="128268"/>
            <a:ext cx="84848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None/>
            </a:pPr>
            <a:r>
              <a:rPr lang="uk-UA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Архітектура ПЗ</a:t>
            </a:r>
            <a:endParaRPr lang="uk-UA" altLang="ru-RU" sz="3600" b="1" i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E295656-1BBF-4EE0-800A-B1379808B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51" y="1027093"/>
            <a:ext cx="6256662" cy="553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85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BF3998-EE6D-418E-8521-C51BE834D163}"/>
              </a:ext>
            </a:extLst>
          </p:cNvPr>
          <p:cNvSpPr/>
          <p:nvPr/>
        </p:nvSpPr>
        <p:spPr>
          <a:xfrm>
            <a:off x="11746846" y="6310438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8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756" y="2633966"/>
            <a:ext cx="11916290" cy="284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just">
              <a:spcBef>
                <a:spcPts val="600"/>
              </a:spcBef>
              <a:buClrTx/>
            </a:pP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Завантаження бази з</a:t>
            </a:r>
            <a:r>
              <a:rPr lang="en-US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серверу по </a:t>
            </a:r>
            <a:r>
              <a:rPr lang="en-US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FTP</a:t>
            </a: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одразу після олімпіади</a:t>
            </a:r>
          </a:p>
          <a:p>
            <a:pPr algn="just">
              <a:spcBef>
                <a:spcPts val="600"/>
              </a:spcBef>
              <a:buClrTx/>
            </a:pP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Підключення до БД на сайті</a:t>
            </a:r>
          </a:p>
          <a:p>
            <a:pPr algn="just">
              <a:spcBef>
                <a:spcPts val="600"/>
              </a:spcBef>
              <a:buClrTx/>
            </a:pP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Компіляція коду</a:t>
            </a:r>
          </a:p>
          <a:p>
            <a:pPr algn="just">
              <a:spcBef>
                <a:spcPts val="600"/>
              </a:spcBef>
              <a:buClrTx/>
            </a:pP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Розділення коду який працює через інтерпретатор і який працює через компілятор</a:t>
            </a:r>
          </a:p>
          <a:p>
            <a:pPr algn="just">
              <a:spcBef>
                <a:spcPts val="600"/>
              </a:spcBef>
              <a:buClrTx/>
            </a:pP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Запуск коду в програмні пісочниці </a:t>
            </a:r>
          </a:p>
          <a:p>
            <a:pPr algn="just">
              <a:spcBef>
                <a:spcPts val="600"/>
              </a:spcBef>
              <a:buClrTx/>
            </a:pP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Підставлення запропоновані аргументи </a:t>
            </a:r>
          </a:p>
          <a:p>
            <a:pPr algn="just">
              <a:spcBef>
                <a:spcPts val="600"/>
              </a:spcBef>
              <a:buClrTx/>
            </a:pP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Звірка коду з очікуваним результатом</a:t>
            </a:r>
          </a:p>
          <a:p>
            <a:pPr algn="just">
              <a:spcBef>
                <a:spcPts val="600"/>
              </a:spcBef>
              <a:buClrTx/>
            </a:pPr>
            <a:r>
              <a:rPr lang="uk-UA" altLang="uk-UA" dirty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ШІ аналіз</a:t>
            </a: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1960" y="128268"/>
            <a:ext cx="84848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None/>
            </a:pPr>
            <a:r>
              <a:rPr lang="ru-UA" altLang="ru-RU" sz="3600" b="1" dirty="0" err="1">
                <a:solidFill>
                  <a:schemeClr val="bg1"/>
                </a:solidFill>
                <a:latin typeface="Arial" panose="020B0604020202020204" pitchFamily="34" charset="0"/>
              </a:rPr>
              <a:t>Посл</a:t>
            </a:r>
            <a:r>
              <a:rPr lang="uk-UA" altLang="ru-RU" sz="3600" b="1" dirty="0" err="1">
                <a:solidFill>
                  <a:schemeClr val="bg1"/>
                </a:solidFill>
                <a:latin typeface="Arial" panose="020B0604020202020204" pitchFamily="34" charset="0"/>
              </a:rPr>
              <a:t>ідовність</a:t>
            </a:r>
            <a:r>
              <a:rPr lang="uk-UA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 виконання:</a:t>
            </a:r>
            <a:endParaRPr lang="ru-RU" altLang="ru-RU" sz="3600" b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42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BF3998-EE6D-418E-8521-C51BE834D163}"/>
              </a:ext>
            </a:extLst>
          </p:cNvPr>
          <p:cNvSpPr/>
          <p:nvPr/>
        </p:nvSpPr>
        <p:spPr>
          <a:xfrm>
            <a:off x="11746846" y="6310438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4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9496" y="128268"/>
            <a:ext cx="84848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None/>
            </a:pPr>
            <a:r>
              <a:rPr lang="uk-UA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Каталог завдань</a:t>
            </a:r>
            <a:endParaRPr lang="uk-UA" altLang="ru-RU" sz="3600" b="1" i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0E0DD74-3827-43E5-AB57-E002DE284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45" y="1199041"/>
            <a:ext cx="6373114" cy="149563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5E80F0-5206-400B-A525-AAFF66D98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342" y="2931050"/>
            <a:ext cx="7392432" cy="319132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F5959AC-5F52-477F-BC35-A8B58A341C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963" y="1524243"/>
            <a:ext cx="6811581" cy="162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78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BF3998-EE6D-418E-8521-C51BE834D163}"/>
              </a:ext>
            </a:extLst>
          </p:cNvPr>
          <p:cNvSpPr/>
          <p:nvPr/>
        </p:nvSpPr>
        <p:spPr>
          <a:xfrm>
            <a:off x="11746846" y="6310438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6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1960" y="262869"/>
            <a:ext cx="84848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None/>
            </a:pPr>
            <a:r>
              <a:rPr lang="en-US" altLang="ru-RU" sz="3600" b="1" i="1" dirty="0">
                <a:solidFill>
                  <a:schemeClr val="bg1"/>
                </a:solidFill>
                <a:latin typeface="Arial" panose="020B0604020202020204" pitchFamily="34" charset="0"/>
              </a:rPr>
              <a:t>Main code</a:t>
            </a:r>
            <a:endParaRPr lang="uk-UA" altLang="ru-RU" sz="3600" b="1" i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9F7911A-C175-48D7-AF9D-E010831A7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588" y="1322961"/>
            <a:ext cx="9029947" cy="484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460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BF3998-EE6D-418E-8521-C51BE834D163}"/>
              </a:ext>
            </a:extLst>
          </p:cNvPr>
          <p:cNvSpPr/>
          <p:nvPr/>
        </p:nvSpPr>
        <p:spPr>
          <a:xfrm>
            <a:off x="11746846" y="6310438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7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1960" y="128268"/>
            <a:ext cx="84848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None/>
            </a:pPr>
            <a:r>
              <a:rPr lang="uk-UA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Компіляція сімейства С</a:t>
            </a:r>
            <a:endParaRPr lang="uk-UA" altLang="ru-RU" sz="3600" b="1" i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98FDCE-9228-46C4-9723-62F9AB7CB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649" y="774599"/>
            <a:ext cx="6959006" cy="581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001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BF3998-EE6D-418E-8521-C51BE834D163}"/>
              </a:ext>
            </a:extLst>
          </p:cNvPr>
          <p:cNvSpPr/>
          <p:nvPr/>
        </p:nvSpPr>
        <p:spPr>
          <a:xfrm>
            <a:off x="11746846" y="6310438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9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1960" y="128268"/>
            <a:ext cx="84848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None/>
            </a:pPr>
            <a:r>
              <a:rPr lang="ru-RU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Приклад </a:t>
            </a:r>
            <a:r>
              <a:rPr lang="ru-RU" altLang="ru-RU" sz="3600" b="1" dirty="0" err="1">
                <a:solidFill>
                  <a:schemeClr val="bg1"/>
                </a:solidFill>
                <a:latin typeface="Arial" panose="020B0604020202020204" pitchFamily="34" charset="0"/>
              </a:rPr>
              <a:t>звіту</a:t>
            </a:r>
            <a:r>
              <a:rPr lang="ru-RU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 з БД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DD577AE-A76A-46DF-AC57-16C86522D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604" y="1368358"/>
            <a:ext cx="10481905" cy="421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7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EBF3998-EE6D-418E-8521-C51BE834D163}"/>
              </a:ext>
            </a:extLst>
          </p:cNvPr>
          <p:cNvSpPr/>
          <p:nvPr/>
        </p:nvSpPr>
        <p:spPr>
          <a:xfrm>
            <a:off x="11746846" y="6310438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10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1960" y="128268"/>
            <a:ext cx="848488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None/>
            </a:pPr>
            <a:r>
              <a:rPr lang="uk-UA" altLang="ru-RU" sz="3600" b="1" dirty="0">
                <a:solidFill>
                  <a:schemeClr val="bg1"/>
                </a:solidFill>
                <a:latin typeface="Arial" panose="020B0604020202020204" pitchFamily="34" charset="0"/>
              </a:rPr>
              <a:t>Звіт ШІ</a:t>
            </a:r>
            <a:endParaRPr lang="uk-UA" altLang="ru-RU" sz="3600" b="1" i="1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BD05E84-CA17-45E3-A984-B6DDDC471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69343"/>
            <a:ext cx="12192000" cy="391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880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A510FC9-74C3-47B9-97B2-2CE8963B80C8}"/>
              </a:ext>
            </a:extLst>
          </p:cNvPr>
          <p:cNvSpPr/>
          <p:nvPr/>
        </p:nvSpPr>
        <p:spPr>
          <a:xfrm>
            <a:off x="11746846" y="6310438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uk-UA" sz="2400" dirty="0">
                <a:solidFill>
                  <a:schemeClr val="bg1"/>
                </a:solidFill>
              </a:rPr>
              <a:t>11</a:t>
            </a:r>
            <a:endParaRPr lang="LID4096" sz="2400" dirty="0">
              <a:solidFill>
                <a:schemeClr val="bg1"/>
              </a:solidFill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6C0DF5F-D424-488E-9B32-7E9E0F99E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1346" y="2644459"/>
            <a:ext cx="7910016" cy="163121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k-UA" altLang="ru-RU" sz="5000" b="1" dirty="0">
                <a:solidFill>
                  <a:schemeClr val="bg1"/>
                </a:solidFill>
                <a:latin typeface="Arial" panose="020B0604020202020204" pitchFamily="34" charset="0"/>
              </a:rPr>
              <a:t>ДЯКУЮ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uk-UA" altLang="ru-RU" sz="5000" b="1" dirty="0">
                <a:solidFill>
                  <a:schemeClr val="bg1"/>
                </a:solidFill>
                <a:latin typeface="Arial" panose="020B0604020202020204" pitchFamily="34" charset="0"/>
              </a:rPr>
              <a:t>за увагу!</a:t>
            </a:r>
          </a:p>
        </p:txBody>
      </p:sp>
    </p:spTree>
    <p:extLst>
      <p:ext uri="{BB962C8B-B14F-4D97-AF65-F5344CB8AC3E}">
        <p14:creationId xmlns:p14="http://schemas.microsoft.com/office/powerpoint/2010/main" val="27606374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НУВГП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Тема НУВГП" id="{762A3FEB-8E09-4D1D-960E-073C0F68FC7D}" vid="{CF64B4C9-FA4F-414B-8006-35D8027A650B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 НУВГП</Template>
  <TotalTime>4169</TotalTime>
  <Words>171</Words>
  <Application>Microsoft Office PowerPoint</Application>
  <PresentationFormat>Широкоэкранный</PresentationFormat>
  <Paragraphs>42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 3</vt:lpstr>
      <vt:lpstr>Тема НУВГП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</dc:title>
  <dc:creator>admin</dc:creator>
  <cp:lastModifiedBy>Andrii Mikhnevych</cp:lastModifiedBy>
  <cp:revision>228</cp:revision>
  <dcterms:created xsi:type="dcterms:W3CDTF">2016-05-24T06:25:29Z</dcterms:created>
  <dcterms:modified xsi:type="dcterms:W3CDTF">2023-12-14T18:30:25Z</dcterms:modified>
</cp:coreProperties>
</file>